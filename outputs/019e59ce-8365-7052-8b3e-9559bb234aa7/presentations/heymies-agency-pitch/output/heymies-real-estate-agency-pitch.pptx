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91e1c91e974410" /><Relationship Type="http://schemas.openxmlformats.org/officeDocument/2006/relationships/extended-properties" Target="/docProps/app.xml" Id="R4569216a4f3d404f" /><Relationship Type="http://schemas.openxmlformats.org/officeDocument/2006/relationships/officeDocument" Target="/ppt/presentation.xml" Id="R230bf815fea7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de10a441f4597"/>
  </p:sldMasterIdLst>
  <p:notesMasterIdLst>
    <p:notesMasterId xmlns:r="http://schemas.openxmlformats.org/officeDocument/2006/relationships" r:id="R727cdf4783ee458a"/>
  </p:notesMasterIdLst>
  <p:sldIdLst>
    <p:sldId xmlns:r="http://schemas.openxmlformats.org/officeDocument/2006/relationships" id="256" r:id="Rf7535c885d4f48c4"/>
    <p:sldId xmlns:r="http://schemas.openxmlformats.org/officeDocument/2006/relationships" id="257" r:id="R7cc49ab584b24b4e"/>
    <p:sldId xmlns:r="http://schemas.openxmlformats.org/officeDocument/2006/relationships" id="258" r:id="R7b75b45529b04720"/>
    <p:sldId xmlns:r="http://schemas.openxmlformats.org/officeDocument/2006/relationships" id="259" r:id="R6357081fe8604efc"/>
    <p:sldId xmlns:r="http://schemas.openxmlformats.org/officeDocument/2006/relationships" id="260" r:id="R84370855cbab4996"/>
    <p:sldId xmlns:r="http://schemas.openxmlformats.org/officeDocument/2006/relationships" id="261" r:id="R72987f01e2fc4a35"/>
    <p:sldId xmlns:r="http://schemas.openxmlformats.org/officeDocument/2006/relationships" id="262" r:id="R6dca74b97be94e71"/>
    <p:sldId xmlns:r="http://schemas.openxmlformats.org/officeDocument/2006/relationships" id="263" r:id="R3688ef4dba9f4dd3"/>
    <p:sldId xmlns:r="http://schemas.openxmlformats.org/officeDocument/2006/relationships" id="264" r:id="R92a0aec5f767475c"/>
    <p:sldId xmlns:r="http://schemas.openxmlformats.org/officeDocument/2006/relationships" id="265" r:id="Rb9653115fda7453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de10a441f4597" /><Relationship Type="http://schemas.openxmlformats.org/officeDocument/2006/relationships/theme" Target="/ppt/theme/theme1.xml" Id="R0f74876abde54c61" /><Relationship Type="http://schemas.openxmlformats.org/officeDocument/2006/relationships/notesMaster" Target="/ppt/notesMasters/notesMaster1.xml" Id="R727cdf4783ee458a" /><Relationship Type="http://schemas.openxmlformats.org/officeDocument/2006/relationships/presProps" Target="/ppt/presProps.xml" Id="R8ad742bbeaa24400" /><Relationship Type="http://schemas.openxmlformats.org/officeDocument/2006/relationships/viewProps" Target="/ppt/viewProps.xml" Id="R82152cf39bd943ff" /><Relationship Type="http://schemas.openxmlformats.org/officeDocument/2006/relationships/tableStyles" Target="/ppt/tableStyles.xml" Id="Rd01223d43bcb43a3" /><Relationship Type="http://schemas.openxmlformats.org/officeDocument/2006/relationships/slide" Target="/ppt/slides/slide1.xml" Id="Rf7535c885d4f48c4" /><Relationship Type="http://schemas.openxmlformats.org/officeDocument/2006/relationships/slide" Target="/ppt/slides/slide2.xml" Id="R7cc49ab584b24b4e" /><Relationship Type="http://schemas.openxmlformats.org/officeDocument/2006/relationships/slide" Target="/ppt/slides/slide3.xml" Id="R7b75b45529b04720" /><Relationship Type="http://schemas.openxmlformats.org/officeDocument/2006/relationships/slide" Target="/ppt/slides/slide4.xml" Id="R6357081fe8604efc" /><Relationship Type="http://schemas.openxmlformats.org/officeDocument/2006/relationships/slide" Target="/ppt/slides/slide5.xml" Id="R84370855cbab4996" /><Relationship Type="http://schemas.openxmlformats.org/officeDocument/2006/relationships/slide" Target="/ppt/slides/slide6.xml" Id="R72987f01e2fc4a35" /><Relationship Type="http://schemas.openxmlformats.org/officeDocument/2006/relationships/slide" Target="/ppt/slides/slide7.xml" Id="R6dca74b97be94e71" /><Relationship Type="http://schemas.openxmlformats.org/officeDocument/2006/relationships/slide" Target="/ppt/slides/slide8.xml" Id="R3688ef4dba9f4dd3" /><Relationship Type="http://schemas.openxmlformats.org/officeDocument/2006/relationships/slide" Target="/ppt/slides/slide9.xml" Id="R92a0aec5f767475c" /><Relationship Type="http://schemas.openxmlformats.org/officeDocument/2006/relationships/slide" Target="/ppt/slides/slide10.xml" Id="Rb9653115fda745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64d1b4821a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d15c9ab8414b49" /><Relationship Type="http://schemas.openxmlformats.org/officeDocument/2006/relationships/notesMaster" Target="/ppt/notesMasters/notesMaster1.xml" Id="Rc9c9a058a9844f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668b79e34d4744" /><Relationship Type="http://schemas.openxmlformats.org/officeDocument/2006/relationships/notesMaster" Target="/ppt/notesMasters/notesMaster1.xml" Id="R621a89e838a1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b1bf2fdfd4585" /><Relationship Type="http://schemas.openxmlformats.org/officeDocument/2006/relationships/notesMaster" Target="/ppt/notesMasters/notesMaster1.xml" Id="R1c1c9d126db9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33c0d01b7469d" /><Relationship Type="http://schemas.openxmlformats.org/officeDocument/2006/relationships/notesMaster" Target="/ppt/notesMasters/notesMaster1.xml" Id="R5d90e30a58ae4e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b9cb418754b74" /><Relationship Type="http://schemas.openxmlformats.org/officeDocument/2006/relationships/notesMaster" Target="/ppt/notesMasters/notesMaster1.xml" Id="Ra4bdbd11114d44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24b45898c4958" /><Relationship Type="http://schemas.openxmlformats.org/officeDocument/2006/relationships/notesMaster" Target="/ppt/notesMasters/notesMaster1.xml" Id="R6fae5d1b7c1647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5e4620b6b7491e" /><Relationship Type="http://schemas.openxmlformats.org/officeDocument/2006/relationships/notesMaster" Target="/ppt/notesMasters/notesMaster1.xml" Id="Rff47660a86a34e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17edde2d014da4" /><Relationship Type="http://schemas.openxmlformats.org/officeDocument/2006/relationships/notesMaster" Target="/ppt/notesMasters/notesMaster1.xml" Id="Rdd0d681b527340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df59ef0cbb4b44" /><Relationship Type="http://schemas.openxmlformats.org/officeDocument/2006/relationships/notesMaster" Target="/ppt/notesMasters/notesMaster1.xml" Id="R6c746811544a4f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f97eb20d7e479a" /><Relationship Type="http://schemas.openxmlformats.org/officeDocument/2006/relationships/notesMaster" Target="/ppt/notesMasters/notesMaster1.xml" Id="R7a147732f5d04e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1a2428b5d43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c168d9d23e44f3f" /><Relationship Type="http://schemas.openxmlformats.org/officeDocument/2006/relationships/slideLayout" Target="/ppt/slideLayouts/slideLayout2.xml" Id="Re048e318758b42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8e318758b42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e675c8d1a2453a" /><Relationship Type="http://schemas.openxmlformats.org/officeDocument/2006/relationships/notesSlide" Target="/ppt/notesSlides/notesSlide1.xml" Id="R06af5d3a37fc40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3db8c30378477d" /><Relationship Type="http://schemas.openxmlformats.org/officeDocument/2006/relationships/notesSlide" Target="/ppt/notesSlides/notesSlide2.xml" Id="Red8a3f7c6afa41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7ee6c34cc4ceb" /><Relationship Type="http://schemas.openxmlformats.org/officeDocument/2006/relationships/notesSlide" Target="/ppt/notesSlides/notesSlide3.xml" Id="R255e8a17586f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064b7a7e694980" /><Relationship Type="http://schemas.openxmlformats.org/officeDocument/2006/relationships/notesSlide" Target="/ppt/notesSlides/notesSlide4.xml" Id="R75ef924bb27247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c34855eecb4b7d" /><Relationship Type="http://schemas.openxmlformats.org/officeDocument/2006/relationships/notesSlide" Target="/ppt/notesSlides/notesSlide5.xml" Id="Re79f4fe4a9af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463fa598e94f7c" /><Relationship Type="http://schemas.openxmlformats.org/officeDocument/2006/relationships/notesSlide" Target="/ppt/notesSlides/notesSlide6.xml" Id="Rc97c265cd66647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3ea52f691c4e53" /><Relationship Type="http://schemas.openxmlformats.org/officeDocument/2006/relationships/notesSlide" Target="/ppt/notesSlides/notesSlide7.xml" Id="Radb56a6df2b547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8871d39bd44a9f" /><Relationship Type="http://schemas.openxmlformats.org/officeDocument/2006/relationships/notesSlide" Target="/ppt/notesSlides/notesSlide8.xml" Id="Rcc58f350adbf41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f34139e80c4896" /><Relationship Type="http://schemas.openxmlformats.org/officeDocument/2006/relationships/notesSlide" Target="/ppt/notesSlides/notesSlide9.xml" Id="R11685202448a4e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3799184dc49f9" /><Relationship Type="http://schemas.openxmlformats.org/officeDocument/2006/relationships/notesSlide" Target="/ppt/notesSlides/notesSlide10.xml" Id="Ref0da330bf69445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2362C-BF82-42BB-B90C-9C899A88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F0B42-1831-46A2-BDDC-EBB3A27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0B5CD4-9F2A-4C33-A994-9D41A87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F740B-8C30-40C2-A3BC-5B3D8F3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29405-5718-427E-9FC4-EF33FD2D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24F0C-EC40-40D5-812D-2CB5F1AB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70477-B102-40AC-B728-85AEDA00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147A4-A5FD-474F-9CAC-EF6107D8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6EF99-CEB3-4110-9335-F73F4C4D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CE9B0-92C4-4ACB-887D-1AF16293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009CF-3D03-40A5-ABDB-3A03CD19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4D2D8-E3CD-4FAB-B0AF-0F90428C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5B7B3-338B-4F6A-A8FE-A2A64BDB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3AAAC-6DBB-4838-802D-6EC01769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94AD3-4D3E-4C6B-BD63-1C199BB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5A337-BA8B-4F8C-BC83-6FD2FCAC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D3A54-2586-4E21-8D9E-2CD595D9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DF2B6-5F3E-4AF8-8E10-DF90380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4595E-D924-4F02-8022-802D5C97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5910B-E5A9-45B2-93F0-F5E065F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FF2DD-1A12-4E4B-A3B3-1EFD49A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D9BCB8-1094-4C59-AD28-46434603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347CD-ECAE-4C13-86BC-DEE5E8B1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9AB346-3F82-45C3-82FD-442343BA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5578D-E27F-4D6E-A911-8FCC2392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6CC51-47BA-4E08-B004-1B3F78DE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28FC12-AB5E-40CA-A901-87728D8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D7592-7C67-45FD-90C6-46224E6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94E62-9109-4FC3-924C-2816909D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65DC9-9BB7-4A29-A9C1-ADCDDE5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0CA816-7EC4-459C-A9B1-D588AF19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3452B-8CF1-43A6-A7FD-DCB492C3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E6F5C-DD0E-4696-AFBD-411F9F22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8A622A-7152-489D-85B3-CF0B0173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7FEEDD-99F6-4E6E-A5BC-32180900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F44E92-7F02-4F93-8053-C728DC3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0369C-F75B-49F1-BC4F-432903CD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9F191A-5554-442D-80CE-E038606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DA8F0-4970-441F-B8E8-6A9892C4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19AE40-C8AC-4EEE-A19E-40BD94BB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977AE0-5025-404E-BEE8-2DDCD82F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D3CDE3-305E-47A2-B9A5-0EB113B0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0F7929-5409-411E-B294-407E3679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32CEFC-EA25-409B-B39D-1C4A9FD6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A1C6AF-DEBD-42AF-86CC-CF30EA3D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B719F8-6F2A-40D1-B83C-231C6F07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ABE4DD-8B62-461E-ABEE-2B9A1E84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C17DE-283E-45E5-87A0-6C7CDA5B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EE6A2231-350A-4850-9D8D-2531FAE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7D7702DA-E090-4FF5-A001-EC966BE9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AGENCY PITCH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F208B8-2D48-44F9-AE27-F4A8548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Stop paying for lead noise. Meet buyers when they are ready.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FEB412-9371-4966-B61D-3F08774E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533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HeyMies qualifies intent, timing, finance readiness, and engagement before a buyer reaches your agents.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D6D025-7633-4E81-AB97-09FEF671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3619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927"/>
          </a:solidFill>
          <a:ln xmlns:a="http://schemas.openxmlformats.org/drawingml/2006/main" w="9525">
            <a:solidFill>
              <a:srgbClr val="2450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0676E8-C68D-4C8D-A15D-406F1D62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181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Lead engine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80ED18-EADC-45E7-A5EE-3E4F13A3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66850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Qualification stream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366F59-F183-496E-B77B-B9674FA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955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4BC6D8-A232-495C-9B86-439A395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02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Intent score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A3FB57-0E2C-435E-8814-726B50A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02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91515E-78D4-4215-9BF2-9F2D3A12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ED94D9-5485-4119-82ED-ABA04EC1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1943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B56247-45F2-4E99-80D2-E1F0A25E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FBAAF0-2D1A-41B4-A066-9237916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241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E8A3D9-8776-4199-B53C-6E153C47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241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F1A54B2-2B96-45CB-90E2-53F0DD1F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718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013AD46-1B83-4FF5-A0A5-1E5F2D38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71825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1C811D-7CB4-4BC2-BCEB-067E8EC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8144FA-F3F4-4B9C-8957-CA8DD4E0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Finance readiness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3E68FB-3C0E-46A2-A9AA-C9DEFD51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4807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Pre-approved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9D20A5-7810-4A08-A3B6-012A57E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95725"/>
            <a:ext cx="2266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3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0CEE16-44E4-49DC-98EC-2042BAD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95725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F4774B-BDBB-42A5-8682-FA10712A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57700"/>
            <a:ext cx="2781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6509FB-7F0B-4401-BDA1-B5DE33B3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Next best action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9EA07A-4421-4E7A-BC47-4DF1B7EE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720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 buyer after automated follow-up.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A5F964-C3F4-474F-B342-534483E4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ECE6D3-5C53-4E26-8498-660A14F3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387EC7-BCBD-43AA-AB5C-39DEAB29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8759ADC-C994-4412-8704-29C4E05C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Listings, ads, campaigns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2423E1-E056-4C81-9F46-AADACFD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5570BE-01E0-45AE-87B6-642D5B35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984DE9-4F5D-4C5C-B311-1DE21B45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63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85D6C0A-BF4A-42D4-BD7C-19C0556A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38725"/>
            <a:ext cx="1485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Behaviour and readiness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1A9A8D-0BBE-433F-B559-B9C15230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1E3A4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B4865E-7818-4C20-9F4F-E44F75B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14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71483F6-D775-4F40-B8BA-55B10F5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Hand-off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9295D7-4857-4A38-863E-46841F4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387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Agent speaks when it matters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838973-42B0-4EB3-B0BC-6D560BB5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HeyMies for Real Estate Agencies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B5765A-7F21-4278-80B3-659FFDB1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960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Smart. Simple. Sorted.</a:t>
            </a:r>
          </a:p>
        </p:txBody>
      </p:sp>
    </p:spTree>
    <p:extLst>
      <p:ext uri="{BB962C8B-B14F-4D97-AF65-F5344CB8AC3E}">
        <p14:creationId xmlns:p14="http://schemas.microsoft.com/office/powerpoint/2010/main" val="18979919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F7B0B-C7ED-47F1-AE12-1654738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8C749-8E9D-4ECA-97B0-39AEA442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9BB5D-115D-48EA-BC17-7D70B291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8F3B9-4D93-4252-92C8-F082E176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705A9-97D3-484B-9309-C26B2110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5B4D4-6803-4691-8B2E-0D5EE6E5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E7EBA-817E-4A3C-B4D9-EE23E157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6050F-E5C5-48A4-8FEA-D067FDB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B6F1C-CB1B-4203-A231-4C9B3249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131C7-B6D1-47CE-B5AA-57F9969B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F73CFB-607E-4FD0-BA2B-4E7A6804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20727-68A4-48F3-9F7F-F0CA799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73940-76F2-4F3C-82B2-EFD4CE9C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DD0DB-EA46-4DC5-86F6-C4875266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AE076-217C-41F2-8432-3843A9A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00437C-0C2D-4AA5-A9E2-629F7FB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A027F-2EB7-4EAF-924D-414F1E6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D33EC3-A2EE-4459-ACB5-DCAC0CCF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2B147-FA2A-4BA9-A87C-F34C5060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DDD2C-16CE-43F1-84BD-6AB81C81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88370-1475-4DD9-85DB-CFD45032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89A9D-E938-4A64-ADF6-B478D44D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D7951-1E18-4E95-8D07-FB5DDE9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0F1FE-BE93-4D5D-8074-6D344A8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7519F3-C6AE-4077-BBA4-F8ADF1D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A8C4E4-C4A1-4AC0-AC9B-1BB9594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BEF5D-7274-43D2-825D-41BD478E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6BD03-0357-4836-AED6-51E36011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169D1-B26A-4E75-BACA-A1905CC2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CF2DD4-2923-4139-B8CB-8CCD2681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D275E-CB52-4D95-B36C-711BF972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D9ED2-3DF9-4DFE-8439-84B550B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D1A36-92BC-46B3-A232-3A7493C0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3A1A0-E037-4E2D-AC61-17BC3869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09181E-8D62-4A9D-ADF9-E957F471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3CEBBF-8A61-4623-870B-7465241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C85BD-BD27-41E5-A9EC-D285F8C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E266D4-5B27-47CF-9DB5-98D38084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80C48E-3222-4AF5-A6F5-F0EE0E7A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A0D6E-6A8A-4EAA-BA19-B781C74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D92CBD-5CBE-405A-9DD9-8E68F42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3F143-B5F2-4012-8EE5-C7B18CE9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0E3FE0-B837-4C0C-8321-F06D27F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C0C866-C077-47A1-B3E4-FC4745D1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A6B612-48A1-45FD-BE53-9E74624C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CCC98-A44E-496B-811D-7B70E79D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A9B4B1-23D9-4307-B24B-71C6C987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AC522C-BA5E-4E43-96C1-D19B03C7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FC76D27-0E14-49F3-A89D-EAAD1E92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B79ECA97-C99F-4D3B-8F6D-92150517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THE LEAK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E4485D-9006-4F3A-932F-AC903DD0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volume model is leaking agent time.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9B877A-DA5B-47C4-8D97-75C3896C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81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Portals and campaigns create attention, but attention without readiness becomes chasing, speed contests, and weak first calls.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613592-0942-4E32-9B46-8AB48BD8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524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B5895C-AA11-4B12-ADD2-24364205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0D987F-56BE-45AE-9829-5D690BC5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2181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Exposure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C54E72-5986-4B84-8289-5EC7299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181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Listing views, campaign clicks, form fills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608F2D-89DA-4F0E-A4AE-77D6761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1950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C26A84-B580-40CA-BF44-7524AB19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56235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0E82BF-3D8E-4A4D-9825-A7DA5760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861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12A948-AB9E-47E8-B478-9E006B29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86125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58F8FF-4AB4-4B38-9236-8945208A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4805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Raw enquiry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A86296-9FFC-46A1-85AA-73F825B2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8142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 context, unclear timing, unknown finance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30FC76-DB4A-4F5B-AAC9-09F5EA4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43325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7784B1-0AF3-4240-A6A7-A0194B83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86175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769411-5925-4946-8908-F89D5282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1857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239B94-0A3F-4255-B15C-5E243B8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827BBB-7A89-49D9-BD1E-5C95A112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71875"/>
            <a:ext cx="1514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chasing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88F01A-6453-4C72-94A4-23384F9F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05250"/>
            <a:ext cx="1514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Calls, WhatsApps, calendar friction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1C0E6E3-D942-46F9-8046-AC2BE9BB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671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D048F3-8F47-4CCC-B82B-F3C6B8D5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A2AC5FB-BE2E-4B2F-9702-DB11836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1571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FEB715-D734-4098-BBC1-DE061E52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337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F17898-0E6F-4499-8D1A-0C0A09D3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228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Ready buyer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D60D1F-12FF-44DE-828A-4DD09A32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29075"/>
            <a:ext cx="1228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Intent, timing, and context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4DCD27-5E74-4FB0-83A6-6CF1FFF5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906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8C5C2B-E63D-4013-A2DC-69575C58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573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leads do not solve this.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245DF4-424C-42BD-BA16-C2116F6A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Better qualified leads do.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224A630-E85A-4B1D-8B78-76681B72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costly gap is not reach. It is the distance between interest and readiness.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4720EA-6D02-4063-ADDB-73C5C4B6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017843-4BFF-4D34-965C-0D4F316E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70447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8799E-84DA-40E9-9B52-D6F9DD1D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4CF11-84BA-4AF9-80DC-6E17021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41CED-0FC8-4EC7-85FE-CAC44272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7D67B-C926-43BA-878E-30B82E50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70627-E56A-4C9F-8B7B-B1E8DC55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CAE3E-606F-49F7-8565-F2ED01C4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AFF61-9EB0-4F75-8940-1324C92C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0304F-EB47-4794-8522-A45D8B78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FBBD6-177E-4558-A22E-7A4A0C60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87E9-38DD-4B0D-8399-B37397B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DF508-FC57-47A1-B74E-7152D5E7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D83B-F0D6-47F2-89F5-FFEA7076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10C99-609A-44F5-BDCF-BFB3A8B9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6E94A-5CFC-4C87-A3C2-C1041BCE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2C2AD-B6F6-4C15-824C-B4A7197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953EC-BB8C-437B-AD7B-693B1FFE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86A2D-4873-4EEF-8142-3CC8F7A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A56B3-4847-4DF5-8899-729DFD7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B03BE-5F73-43D0-AE1C-3CDF90C2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B4AA2-4147-4E03-ACBA-ADE043D2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2B50B-8565-4AE1-BD41-DD096FEC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93F79D-A3DC-41C0-9E0C-DC936D8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ED80B-5FBB-416B-B27C-80D92B1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B509FD-204C-4DE5-AE5E-B83EED3D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23E72-2F0A-423E-891D-C8A5D8F5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30653-1E0B-4C4F-AEF8-AE678E2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60E56B-AF2F-4D43-81D6-CE2424B0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3F354-19F1-4D13-9967-F594A3B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F43DFE-1BE9-48B9-9E3E-635C4F9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9F9F2B-25D8-4D89-A9A2-46DEE48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BA408-8CC4-4A83-9B80-48329362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68C82-5D24-40CB-AE6E-9D52E05F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BD81D7-9D17-4A65-81FE-9D49EBF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6A921-D10A-4305-8960-6AE6EBBD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7E8FA-0690-4159-B870-39305EDB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1BE3EE-B0B0-485D-9F71-6C448BC6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67FA34-BD6C-4263-86CE-07972B85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EEFF59-25E8-449A-9E82-2A4D5192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F6B61-4AAA-4698-BC24-81185EE0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27A782-DC2A-438A-9CA0-C155AF2D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172A60-6BD8-470B-8303-239542F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F73A06-4232-4020-ADD8-E66BBF3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3C54D5-DE22-4976-8BF8-0931F437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E800D1-78CE-47E6-A951-7951E47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2BB290-BA38-4DED-AC67-AAEF7CBB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2947D8-0386-4F7A-B8C7-1F88B5E8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545F14-0F61-4970-9F86-795F9B6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436E74-BF55-4A89-9D28-4F6BB0B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BE45E74C-F54A-4870-BFBD-34CF875E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0F6E3272-B3BD-4471-B5D1-8CF62E0D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QUALIFICATION FIRST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AFD041-557E-4322-9F8D-F214B6A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76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HeyMies qualifies before the first call.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05B7A1-74E5-400C-9060-AC8AB062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platform turns a raw enquiry into a ranked buyer profile, then keeps nurturing until the hand-off is worth an agent's time.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E78A49-AC3C-4991-AC79-4D35ED0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193443-7CBD-43E5-B65C-6EDDE57C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Behaviour and engagement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CDBBD4-A370-4BE4-A9A9-BB44424C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3448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A8FC34-94B5-436B-8654-46935FBB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999804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BA8556-9E74-43EF-A7A2-1CDF0935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241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880FB4-01BD-44E7-BC74-6E0EEEC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Timing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C488E6-8920-4997-A2D3-F822CD88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When the buyer wants to act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FC4818-08DD-43CF-B7EF-86F7213B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3448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82CBDF-B94E-441F-9511-C6E71287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95700"/>
            <a:ext cx="248259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0A5657-700D-4849-8929-7B5DEFF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99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D65934-7214-4116-B4E1-8F1AD21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A15A8CF-03F3-405E-A28D-EE49ABF8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Deposit, affordability, pre-approval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D1DC8E6-F8D2-4B7D-BFD7-A4A5EE8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3448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22E5AF-1F1B-493A-8B70-AC55AA15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79292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776B78B-BCCD-42B4-851A-EFF1B5E2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957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5915E2-AB7A-48B7-8E65-9903E902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76B7F5-1FC8-4DF5-9F04-24171038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Location, price, property match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BFD4CB-2D1F-4BC5-A852-91CF143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34480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8746FD-50BB-46E4-B266-564DCAE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262051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D45ADB-5E88-4C96-9EFF-AC5F8756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81575"/>
            <a:ext cx="42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465875-A9FF-4E94-8355-C7E10E88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62050"/>
            <a:ext cx="29527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F2C3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451DB2-F6D3-4F3E-A666-E40D6AC0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4859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Buyer profile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7858B0-5983-41B5-96A6-3C8D29B1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09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Ayesha R.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9C94F59-EECC-4505-8ECC-48735D88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Family home with garden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E0FCE71-5B26-4CA4-BF77-9B8A77D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B8EB17-9657-43D9-BB23-5AC0B78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559F37-2812-4092-8030-25B61393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051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0C9753-6F6F-4D8C-94DD-5E8EF1E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242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355A5A-B677-43EF-A01A-2B3A704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Gardens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F5B9C8-C62C-4B2C-88E8-BAF2D26F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39D9A0-D2DA-4386-A1EB-81C3C719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43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Aligned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F64E18-32B2-441F-9C9E-F1CFA4A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904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87CA99-C36C-4A3E-87D4-C65E8C44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624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BFDC0F4-BF92-467B-BB8A-D7FB8D75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19650"/>
            <a:ext cx="2324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0BD502-6092-4112-8666-59FCAE28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6AB97C-7BE2-4D07-9C62-4CAEE11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213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5DDAB-C38C-4820-9FB5-134DE6B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EA09C-72D7-41E5-AFFE-AB8D246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59A55-3D48-441A-BB33-B71CF496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154AE-AF80-4877-B300-B19B5494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82D9A-1EB4-4687-BB8F-72BF2A3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F6320-1460-4FCA-8CCB-B45A4D9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8E759-25FA-4282-A766-FBBBDDD8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5D5A6-EEC8-4CD2-AFA6-9BCC3FC0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882CC-336D-4F33-8ADA-2DCF7587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B988A-8312-405E-BA5C-3456D369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A9750-BE63-435F-91F2-191C05DC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5CE0E-ECA5-4663-906D-98AFD7C6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89F22-D7C3-4864-9605-45D4F96E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1EF25-7E44-4495-8AFB-62F9DB12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46C81-18AA-4DB2-959D-0367C93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B28E59-AFF0-404D-A4BA-E187E722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863AC-0697-44D3-9134-1FD302BD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0D0B8-46F4-4527-8B78-1A1B93F4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1DA34-6F74-4349-80DF-BEE22D3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B7042-2BF6-4509-83E9-B0D90FBA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6CDE6-9E86-4019-BF39-23FE4CA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39404-6AEC-4672-ACD1-2AC12CA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C274E-EC27-4043-874E-B13E6FC9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5C29B-7EAF-4CF0-AD1E-0FFBBE2B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2F8EE-B09F-4ADD-921C-2F5CB7A6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12904-E2B3-498D-AB49-4B4FD67C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8B5EA4-6FFD-474E-BCE6-15324C4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4C1721-28BC-42CF-8D3B-706EE4CE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A1D24-62E3-4FEE-9C28-9EAD3C9B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35F1D-34BF-45B1-81BF-BE13CFE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A53CE-BA01-47F7-8373-F6826CFC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224A0-0B90-45F1-B412-09CC9969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A670B-BBA5-4BA5-AD80-BA90D0B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B0E97-B17E-4B83-B5BD-F49519E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510A9F-88A6-48E7-B4B4-8D95823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8AA856-144F-4FD3-9ECF-27101F8E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F3DC99-DAAC-4F86-A324-E4559349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BA8153-9752-4E50-9F7C-874245C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7DEB18-A4C4-42A3-A6DD-900124E6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7D2299-E91A-4478-A5ED-7192CF2B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DC2647-D0A7-4BD7-A97E-03C10C4E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FC18D1-9046-4CB9-AAFA-754C47B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17C9EE-75B2-42F6-9AC3-84FBD8BF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0C8DD9-8251-4639-A1CB-A951C58E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7E8D1-3E00-48A1-AC4C-03E047C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26E6A4-1ABE-43CB-883E-8B3D8FF8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191354-5634-4DA9-9B18-13898CD7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54780A-D879-4FB8-B751-EADC26E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38AADA84-BACB-43B0-9389-8599B51F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83C5B852-5310-49A9-97CE-D2955A73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A7A100-30C8-4580-A85E-0BCB1868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47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loop improves with every buyer interaction.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E9E77F-172B-4DE8-8EE9-94F863E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Capture, score, nurture, and hand-off create a repeatable operating loop for agency teams.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4C4480-6CD5-4C44-9CF4-333D3DCB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030DEA-ED08-4539-9DA6-6AEEE19F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2EF8FD-5561-43AA-87BF-91F5494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6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682669-97AA-495D-B482-06F6F670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71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Listings, ads, campaigns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787F6A-4AB9-451B-AD6D-46FA7229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7D22F8-A28D-48DF-AD99-FD98543F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FD2CE9-EE46-46BA-8DD9-80236038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0062BA-798A-4FE7-889F-CFB3D7FB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Behaviour and readiness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1C7AD0-5F50-4C37-84A6-27B66BE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4ECA9D-F3CE-495B-93C0-42BAFA04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196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D48A25-CFFA-4406-A2BF-0F8C6A5C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10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Nurture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F3519B-9C52-404F-B4C3-49411B8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14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Automated follow-up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044474-B495-4F66-836A-58F89611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6954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4CC349-7462-4A8E-AD52-3501FD5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52B115-F201-4375-B466-12DDC99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86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Hand-off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962C16-97FA-48E1-B5E3-C66E4631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90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Ready buyer to agent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6C65A1-9500-4098-93FB-AE835B30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1466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8D45BF-341E-4E43-BF7C-52C5DB80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95650"/>
            <a:ext cx="285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87E89F-F732-41A9-99FB-AB5C4EE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52950"/>
            <a:ext cx="2800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7EC1EAA-4524-4112-884B-019E7D0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81250"/>
            <a:ext cx="285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3AF5EDF-38A5-4768-B775-93A6C7E4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05150"/>
            <a:ext cx="2152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B79D32-9928-4FF8-8F7E-E60A8A2E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Learning layer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B2FD4A-3D73-4303-8F1C-14E99D69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Every response sharpens routing and timing.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73E0091-8C93-424C-8CAA-8A93FCF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3A57875-E9A2-423F-8C37-09E26A1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Agency result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D6C4D-795B-41DF-9758-6DD8EDE2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Fewer cold starts; more conversations with useful context.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F44A03-2F93-4504-9B90-7C8F9449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how-it-works flow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C667E5-6030-4BC2-8F64-AFCECD1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38339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F864F-E58C-45C8-BC14-80751095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187A1-36B8-435A-800F-0B5FEAD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2C8F1-FE34-4F25-B5C9-0C1721DC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63EFD-EB06-45E1-B01E-1C44AF97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700D2-26C4-4642-8AA7-99BFE33A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9D1B6-2BE2-4900-A94F-3AF52F5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122B0-9DB4-4F18-98EE-12E3A090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C3284-AC54-42C0-B914-3821DBE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65B39-3B65-4260-A24C-38130D2D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F5CD5-F7DA-46DB-A18E-91B5926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D2700-515F-402B-A706-2A8F86B9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3BD38-FC82-4203-9B51-302E6135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CE5A8-3A06-494F-A130-3734D7A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E08BB-0E05-46C0-93AF-BB7268DE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C6AF7-503A-43E5-9D7F-FEC27EBC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A53E2-2B7C-4068-9BEC-29A7CFC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E4D65-E91E-4DCB-BA82-162A483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6C115-3B4F-445F-8A8F-1778086B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2BA1B-07FA-43D4-A8E1-40E21A24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627B5-F412-480C-BF4C-BF844B9F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2F0F0-4C94-4EBC-89D3-DF460D2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661A6-990E-42FE-B5B7-395E3FF8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B79F7-F501-4354-9DB8-C744E0D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4503B-6E3F-44E7-8B6B-BD0F62E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E42BDD-BED4-414A-9A91-98F42AA0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8CFAB9-EF06-4FD1-803B-1EBF5BA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8EB08-B65B-4508-8A64-7EE49BB5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60051-CB2B-417F-B742-20DF72AC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FFB1F-0D3A-4DC6-9C42-04145FA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9E7EB-6F56-41C8-8A06-1E1E9A1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71670-FD51-41E7-9662-B1D1E12D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3B3096-14EA-4630-B9A3-CC2B84BB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DCD4CD-D8DD-4DEC-8C6B-C663F25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37D377-847D-4C5B-8580-1E80040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12F68E-2F97-4CF2-A0AB-37A7B57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2C6388-6334-413B-8738-1FB9A51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D757A-23DF-4171-938B-08DB69B4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A4247-6FBD-4716-9868-D9D3C0AE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094020-6445-4620-9CB9-28FA689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CB1832-6015-4796-9EAD-C235EFD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BB76DE-FDAB-4E37-92B3-8940259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115608-2A98-476C-9A1F-ABA512E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814E5-9BC7-4539-96CE-BFD17C1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2DF0C5-92B8-4DCD-B3B9-C5C01C41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129C81-00B0-48A5-B388-EE6F3D9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AFF664-B05E-405D-AF66-E4DC4871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8E481A-F46D-4650-B0FF-B6926AC6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62736E-D370-4EF4-996D-797B23C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353814E-CD7D-42FE-83A7-162A2D0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A430F179-8E2E-4388-8AFD-87FF949D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AGENCY VALUE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F66DBC-FF2D-4A44-8149-6F1FB30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Agencies get fewer, cleaner, higher-context conversations.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4488AB-4134-4453-B9CD-CB92897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HeyMies changes the hand-off standard: not every enquiry deserves an agent call, but every ready buyer deserves a prepared one.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3FC16F-2EE2-4AF3-86D0-C9AFFD6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641DB7-CA29-4E2A-B557-6A1D674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 state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E28964-4172-4BCA-A40C-7AB3BE9B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E85013-414D-437D-A76B-163B2E90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What the agent knows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CA72B7-B01E-458F-871D-4E702A4E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81300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FE6F81-E261-455B-82F3-F4B0A52F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14650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What HeyMies does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C5B161-B8D3-41D0-B3C7-61F89A9D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CEE071-E80D-4601-A37B-83C2DF03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1240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action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2A9320-CA48-4AAA-AA18-4F40004D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A601E5-5CE8-4CCF-B727-6E4E4DAE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0B6731-218D-4ABF-BA71-87D52BA6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AD1569-8B6A-435C-BA35-696126D3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99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Name and contact only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AD81D9-6F40-4FCC-A3CB-DB35CF4F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385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B66C63-187B-42A9-9BF0-205F760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099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Capture more context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188BE61-1F69-446B-9F64-0A1814F5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385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495BDE-0514-4E86-96AA-E0D9D35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099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No manual chase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A00ED0-B363-4E31-8627-5CCCA1B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D0223D-3B26-4429-A73B-322B2B36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Nurturing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0EE8D8-F92D-4B05-9BA0-60C73E1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4335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7B9895-3B9D-4CDC-988F-D20885DB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Buyer is engaged but not ready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283959-8AC3-48B0-9614-A3EF2F6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94335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5D4252-15B2-4547-A59E-0557277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11480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Automated follow-up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BAC4C1-BE24-49E4-B41F-5232AD0C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C33B75-F16E-4AB2-A7F1-F58B5AA5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Watch priority queue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6D7DA9-3718-4D0C-AECB-98B3522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1DADE9F-0BFA-436A-AC20-C1C0C9E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39966F-555C-4947-BB63-0F4FE0B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482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1454A2-FFA0-4BF4-895D-8E976804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196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Intent, timing, finance and fit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E582EC-A03E-4CA3-A13F-7CD29770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482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04284B-5275-4AD0-A936-925E467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8196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Route with notes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AD48AC3-8B32-44C5-B938-96A8C949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2428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37EA236-4BC7-4C39-A115-E7844A1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19650"/>
            <a:ext cx="2124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Call with context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F0C1CB-370B-49F3-8062-2F91E31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453DF5-C357-4F81-B04E-C86D49F2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hand-off is the product.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8A98C59-EAD7-4EB8-A2F3-574CA2D3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816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agency still sells. HeyMies removes the qualification drag before the first call.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924201-1B8B-4899-98FD-125F0DE9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EE811D-C399-4EF0-875C-54BB2EBB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80971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8D80E2-9E05-4701-B4C2-20C6905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2AEE5-DF32-4F79-BB8C-1F5541EA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53F6F-C511-417D-A53A-3B0380E3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F5BAD-C4F1-439E-8F49-122051C7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EF3B2-109E-4FB9-9818-EC70C1A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2C6C-6E07-496B-A76B-4F76C919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EBCFD-1A7A-4DC4-A5F1-50DCEB3D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B498F-CF8A-41C8-AA72-617D0A07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1E5AA-5A3F-41F0-8264-1D3E2642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3FD6B-6372-4335-8B36-46C72A32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68400-3D0E-4032-9956-FC388ABB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0C028-7352-4A33-B9FF-75E7C98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8DA63-5919-47AD-B5E2-73AB880E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7B3F3-21EF-4012-BB3D-5DEC726D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CDF37-4375-438D-90D6-6B60DD27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CEA07-15B0-4BE7-BBA9-27899B9C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A6789-C218-42BA-8374-69CFA446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F0938-B9F8-470A-B25C-7D973198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C41AC-BCA7-48BE-84D7-25A4E70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CADA9-F806-4884-ABFF-95A9776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B7B6E8-A593-4DC1-8175-C9888C0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B6008-0AB2-4D72-B09B-E5D6EB0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38456-3394-4FD5-82B1-CABD8917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FF4BF-A445-4D68-963E-FE4F1122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2CA26-9602-43B9-B43E-916D2561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471D6B-FA43-4D58-B6C9-CFCAAA90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95536-DE05-4F2B-B795-98FC42F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2D6E9-3146-4780-B3C9-384A7097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7D759-7A50-4FAC-B566-2A9E3594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19A49-1A7A-41CD-B893-935E0279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096C15-F495-4C7D-8389-FE59F375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56056-3EF4-442E-81B5-703C413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1009C-1568-4D62-A786-81BBE006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99428-D2F1-4E48-874B-CE38342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6DC076-F51E-4ECB-908D-8D96E56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40C4B9-9E49-46C6-8C15-B1EADF8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867B78-0D78-4915-845D-3FC890D4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71CB9F-7533-4551-B329-AF770EEE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C3D4A9-6400-420D-8461-5D15907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37EBF8-45DF-47B5-B139-BB432FAB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C3A37E-4EB0-4E87-A57A-32ACF50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97FAEA-AAF4-4251-BE2A-229F43B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F2F4F-C841-4403-8921-2C8116DE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66A4FC-8533-44D6-8E85-1CC7FE36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1DB745-258F-4266-8724-969E0D18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AB480B-9BE5-4340-B342-6D8F91E9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F33942-57DE-45B8-AB11-F524A12D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D42E3F-E89D-4C6F-937A-41F17A7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52AE2FE4-B1DE-4DA6-9D1F-A3CD442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B81D030-0350-4152-AEB2-1AB640E2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ACTION SURFACE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4990F8-572C-4859-B6CD-315ACC06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 focused dashboard turns qualification into daily action.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A35F30-E899-46E2-A493-0C64841D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agency view is not another inbox. It is a prioritised operating surface for listings, leads, readiness stage, and next action.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801D7F-266F-4BE1-BA26-7FC3FB6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9906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7EC453-1A38-4C67-8DF7-0730FEED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6A7E61-CDF0-45FB-A2B0-E055EA3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19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Dashboard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F8B6B-2844-4AB7-B4CD-0D3C2CC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HeyMies Partner Agent - Johannesburg / Sandton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63EC65-E42A-46FF-9006-28FCB7F2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1513DE-0D8B-4628-921A-62384908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Listings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49F900-2B30-4C6E-A945-EBD4C95A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C689D3-1F27-46E4-9E80-368B6027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909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A464AE-2355-4B18-9568-AF2F00D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24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Leads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79F339-6CCA-4EB1-BADA-BF16EBA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9F182E3-CAE3-4EB0-85FE-281EEE1A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909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6964AA-44D2-4A74-91BA-FE0A65C9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24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E02CC4-8E47-4903-AA73-5E2A1246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EFC690-25A9-430D-8B1D-E6F944A0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3909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522D8C-5E1B-4D97-B802-5488120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24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Nurturing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3C9CD6-7F55-432A-99C9-95ACB091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7338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DA8D12-CC2C-4231-BA37-FA7ECAC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1ACF97-F081-4701-A944-03E621C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Ayesha 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4F19CFC-8A4A-4AAF-B121-BEFC55D4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Family home with garden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6DD7171-2A4D-4939-B668-1F9F68B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386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D87AF7-A62D-4B61-8516-382851F9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672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78A376-B2FA-4159-8CB2-13770471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58C761-0AFE-4281-AACF-A2AEFE47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Samantha K.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F5647B9-D7E2-45F9-B7F2-AE53683F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Lock-up-and-go townhouse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14ABB17-7D31-4CDF-AE0D-24EEAD0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8006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B406DE0-E02B-43A9-8D46-AF198D99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2917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Nurturing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8FF155-D734-465A-8674-C5076521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A532D8-10A4-478C-BCDA-E9B85331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Thabo M.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05CF82-A62A-45B9-A30D-2FF912C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Modern 2-bed apartment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4F87DE-F552-4689-8E8D-9B4EB037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625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E52DDF3-7E81-4D90-87EE-140AE86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New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62B919-14B9-4A91-BBB9-B7118DAB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9DB0401-C3E0-4CFD-9FC5-F974CEFD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Next best action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8C384E-74E1-425B-8002-B490A722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624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Call the ready buyer with listing context and finance-readiness notes.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4D4F6B-5AEF-4D77-917E-FDC3AB62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81550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0A002C-8EEC-49CD-B754-1839470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agent dashboard component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2321CC6-7AD6-481A-90D6-061CDDD5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7221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F3553-B19F-4236-A0A8-21C6A49D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A34B9-553C-4BDF-9F9C-3E8688D9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F56D1-F192-408A-A45A-AAEB8E3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34469-0FAC-42BF-A712-796A4E30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FEF0F-EB5A-40A7-AA93-52BDD3DF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E7BDB-7F55-4767-8B92-021A75F1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49E57-48AA-4557-867F-E9B54B5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DB945-8D2E-4505-B361-340EE134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D02C4-019C-464A-B235-DA8E704F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7B51E-298B-4303-B865-E991F767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C965C-E74B-475C-9698-A508EDE2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3E2AF-1945-42C2-B81B-C5A10B6B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2BA55-64A3-49C5-87C8-B78B55E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2719C2-AE88-4102-B9D6-53350620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0B25F-1022-4131-B373-A56EE5E2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07B66-9EAE-46D0-AD4E-09B7242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45B13-6AFB-401D-87C7-F8ACA6C0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393E73-84D4-4311-9079-887F695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C02C4-C1A3-4373-B012-A63AC201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A3E31-4666-472C-A539-B674A91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48C99-3F7B-4ECF-83A4-DFD77A3F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A9BF0-615E-4F0B-92B7-D0958F2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4D763-3287-4033-B7B1-E0E0514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1885C-EF73-4BFC-A05F-BB35DE6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F96CE-2424-4E62-9E03-0E8E3850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A9B34-02C6-4840-8430-09AFD2A0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D29CFE-51CB-4CA1-8803-F76E62C7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8934C-454D-45F7-BD7A-2D2F98BA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EB374-80B9-4711-90E7-3A90F323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72E74-4104-44ED-8F65-0BA5A17A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C857C-FB13-4DCE-AA6C-EA380702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C40F4A-BB1C-47FC-9B9B-B8591A86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17F5DF-F728-47E2-9A24-955B8DAE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0A1083-2B90-4A44-8357-326872FA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5C6C68-7904-4485-AC6D-4BE11AB5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52E70A-B800-4FD2-B91D-CFE7AC69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157A5A-E633-4EB3-BCDD-513B6D00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2B4115-C79D-4542-B86C-C300A75C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E95836-6148-4FEB-8CD0-4A45683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3D8F64-C62F-482F-9A2B-F2DFBE30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ACCFD5-601C-4ED4-B47B-6CED2B75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C59908-2676-454A-9EF3-E0267621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654EA-D426-4FF7-9144-A68505F7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3C9847-D6CD-407A-8A80-D1CEA5A7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3B0D7F-E713-4C41-A17E-1CCC41A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948C56-1618-44A2-A01A-32DD0F4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6DA90C-4F84-47A9-BF70-4BD1DBD8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EF2AB0-A170-4783-80A3-E4AAD907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624507F9-CBD9-42EE-97CA-901BADE0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51407255-E495-473E-BFB3-5C55C771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COMMERCIAL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3B682C-DC18-469A-8DFC-E3158676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Agencies buy readiness, not impressions.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73544C-E8F7-4A24-9C63-9DE3E963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pilot model keeps pricing simple while the team validates the right monthly subscription package for agents.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0487F6-0988-4D34-AC7E-AFCA403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E75D93-B8DC-4DB7-BB94-13B20276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Traditional spend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C4DF7B-BAEB-4FB7-A690-A7C960CF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B5A5FC-CD7F-4B8A-BAF1-C21CD3D0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Pay for exposure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E78408-C557-44A7-A098-6342A92A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9E16F9-C574-4ABB-A81D-88EBC997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Compete on speed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EDA4C0-5E67-47AA-898D-870ED6CB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C36EE4-86BC-4517-8863-14D969B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Chase every enquiry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86DBE5-C8AE-4861-984D-9D4BDE3A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219A5B2-3AF2-4ACB-B8C2-D8703767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Carry qualification risk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4F0DF2-522F-4FAC-AEB8-661D200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49E785-C6AD-403A-BB9F-22E3FCA7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 subscription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8FA2C4-2029-48BD-85A6-F3EAB397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RXXX / month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2AFE88-CE2B-4A61-A349-4E8CAD9D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20B3D6-A061-4F54-8115-22878D41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433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Lead filtering and scoring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03D3A3-104A-48DF-B602-1DCE4E0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5C3CB0-BB53-4913-8FBA-34E93B5D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Smart follow-up workflows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418E87B-2523-4B48-A755-2189289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E5AAF01-AA80-4BEB-833B-ED94CB1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Action dashboard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CC953C-750F-4BD8-87E0-16F093C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86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87D0029-7561-4DCB-8E10-FDE2541B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291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Pilot validation updates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F15036-9817-4B26-9C8F-F4C89E70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7665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1ED3CB-E4DF-4D8F-9717-E8B1DCE0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SHIFT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8A9E2BF-F974-466C-A16A-74B57241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0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6E7F9C3-FA82-4B69-915F-FE6DD2F3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644DA02-CB09-45C6-B99E-DD137BE5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Pricing is intentionally shown as a pilot placeholder until validation is complete.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5460B5C-BB9F-44EC-9271-FFF1D63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pricing and portal comparison copy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4EFDEC3-9B42-4A16-9FD8-EE12DDF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46653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ED2BD-75EF-4C86-9E30-21EAC5B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434A-B197-41B7-A3D5-007FA5B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240DE-DA9F-492F-93E6-EFF1EA2A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1667-73B2-42BF-B6BA-0F3B2121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64096-23CF-4834-B6E5-E16D821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CCB2C-788C-497F-95F4-69DD8678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D60B-5EDD-447D-BE3C-FC82260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BC037-C349-4CF7-AD15-B0AAD52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8EE8A-ED4F-4B35-AA6F-A5296E11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6C88E-2E7E-4BCB-AA3A-06243653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9BEA5-3060-4E7F-BC04-C4E12A70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2FEB8-EE42-4888-934D-B9F126C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328DF-2A5E-4CAB-9A82-448755E0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534E1-64E2-4AA2-A197-11BEB0F9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E5123-F201-4071-990D-5B8DF87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99C60-4E46-4636-9313-1D4DB04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944A25-97F4-4537-8EBC-14F9127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82966-BCD0-4103-AC5C-6C69E8D4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88DD4-40EB-4CC9-97F4-A9C2EE4B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A0A08-4E26-490D-9A93-2C8F156D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D92CA4-0A97-4A76-B22E-795A5D2E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54DC4-C8A2-462F-A6B0-DEC19365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315A8-7155-4A5E-8B3E-8D8D6AA7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70953-AD6A-46FB-A59C-E7F76E4D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4D9D2-B45F-46A8-AC8A-406727DF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93CC4-6491-46C5-AC56-169FDD9C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3FA95A-21F6-41BD-A334-09C3A85A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ED0D36-7A1B-4D5D-8D3F-D0D7AE2E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6E3638-0313-4419-A4A3-4CF5E90D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EBBAA-5959-4F4C-A1C5-CBF221A5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139F2-A88B-42A8-A0AE-99AE58C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5BABD1-94B8-4462-B49B-3F3613FB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6924D0-2933-4A92-9E51-B4B9664D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025D06-7027-420A-A9DD-5ADAC382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11CA0-3B64-43F9-BA85-B5B200D4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15DB1B-DED3-4735-8645-8ED4C200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29732A-0820-48FB-A693-36C25B02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C5A576-7DAC-416F-9579-A272E7A9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C65220-6564-4226-B95D-6110BD6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94EE3F-2F87-4EA3-A593-C62CE600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C4EE42-58C8-4E75-8B89-CBFDFAAF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87B8E5-1901-4C9B-8949-0A5F4927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5347A9-55D0-4C08-A9CF-F6ED52E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34D742-7C4E-4FE5-9B97-FFFFAC2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065A83-832E-465C-9E2A-78063DA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3DC094-9A85-4674-88EC-9976024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858F39-1EBE-4804-9843-49839DDE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1FAFF0-85EC-49A3-ADC6-597785E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2B32BDFE-C0E2-44F0-A255-7A465E8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7BA31FD9-E9AB-44E7-8386-80580992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PILOT MOTION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73F841-D42E-4EF4-970A-DFF75860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pilot can start small and prove the operating model.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95CFBD-BF71-45E3-ADBE-C68EEA6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controlled agency pilot validates lead sources, scoring logic, hand-off rules, and pricing without disrupting existing sales habits.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29C9AC-C138-4E14-888E-3E4BC6AE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B02D52-B9C9-4223-AFA0-3D5043D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F1752C-06DC-413E-88B5-F1999C37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Days 1-30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2AAEBF-A1EB-40D4-BD14-8FF9956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333827-A8DC-4C18-9CC6-7B0276F2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Connect listings or campaign sources; agree readiness fields and agent hand-off rules.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63EB63-B9CC-4813-A66D-071FA56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83081F-A086-42FA-B4DD-B1671B2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19FE5D-C7A1-45BE-837D-4554455D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EB7931F-CEB0-4B2C-883E-79300C1B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Days 31-60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DCF7FE-AC53-4E6D-B621-78CB09CE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2DA46E-A2E7-4CA4-81D7-B560279C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capture, scoring, and nurture sequences; review lead-stage quality with team leads.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30C5E5-0FC9-465C-87A1-8A1AAFF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9B2F3C-C97E-4D4C-8070-2F61E2DF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724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8A4668-4B6A-42BC-9DA9-70FF434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51BF2D-E3E2-4D76-AC8B-CEC13EB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Days 61-90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00C6EB-3A0E-4193-A47E-F46EDA90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76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5B2E18-764D-4527-B8AA-E9933F01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2152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 hand-off quality, agent feedback, and subscription fit before scaling.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1A4EDA-249C-46D8-8B70-B061AB5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958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CE0330A-6B95-44CD-8665-3400B047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826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principle: start with one agency team or area, then scale once the hand-off standard is trusted.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67045F-4937-497C-9633-6A07E5F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pilot validation and workflow copy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20B51A3-66E9-44B5-ADB1-059D5D6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5EC52-897A-4663-A954-17FF0D8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D409B-6DB7-4337-B4B1-A75F12C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D6600-9C1C-4F62-8033-0EF6DB5E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6798D-FC8D-4B61-B9C3-DC17B3E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2DF94-DEEB-45FC-B5FD-FEC29CE6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5FC08-49BF-4205-AFE9-B78C20B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A0ECF-8EE6-43B5-83B5-E0B3EA03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3AF06-CB1A-4475-A668-BD65ACC3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C75EA-6923-4002-B918-85597AF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71259-D755-436F-AA2D-7B6F3E33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A46AF-2F90-41A2-994B-B5DD0026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770E4-D882-4EB7-ABC8-A41AA77B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4FF03-EDAB-4007-B131-FA34D6C1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99A95-C21B-4073-BD7E-F6B39A06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BA2F9-4BF3-448B-AA1F-14B785E3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D7749-719D-4C9D-BD28-71E0B13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234B-7100-4ABF-AE37-83A3AFBC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7696A-2D7E-42B7-B610-3ECDE44A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A98810-F74F-4AA2-9156-F7A39F29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BBC63-1531-4836-88A3-0B981B17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8700D-4A76-465B-8FE7-DB2674FE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112849-AA2B-4E61-8B12-236AC90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B83F1-25E5-4AA4-B629-592A7CC6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A3053-2985-48F4-B833-E111654D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4815D-93E5-4BFB-801A-2592DB24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256C09-88A7-4C5B-8BBC-1DC8619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E48298-8A97-4ABC-BBE6-4924C6C9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EB3C1-9F19-4297-9817-4BD2173C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A90F2-A8F3-4573-8A81-FD6C1B4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59D7A1-779D-4737-A0A1-898FB436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5621E-5F18-43F5-ABD5-4F99F770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4657E-7877-4979-9D98-C40184B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94E3D-C147-462A-BD4D-850E7E3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8C8798-8E7F-4D96-8A6B-258982A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11D789-5621-4EC6-9698-1D0CF5F6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0E9FAD-2419-42B5-B0A8-B404DE94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ECEC86-8C47-434E-9BB0-92B569B1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3103C-1286-4F9C-B5B5-5B239E5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7D327A-F0EB-4B83-AD6E-5601415E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EE255C-4202-4FAA-B69B-CFEC446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30F566-A7EE-4296-9DED-69991871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5B1E73-1D86-41CC-AD55-606E8D2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7DA3BF-45F1-42DB-B745-7EA39D8E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278FF2-093C-427E-B421-854EA7F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FD27D0-5E13-4130-A917-423C7946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8B8D6D-516E-4E1D-B27F-A9E303DD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8071AF-C586-430D-914F-22DA2436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6783B4-8FD2-4C2B-ACA7-9361EF9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EDAFFDBE-DBAA-4432-B9B3-406AEFE2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40475C03-C78B-4787-AFF3-08DF5265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PARTNER FIT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1E5C5C-F7CA-474C-A236-39FDB017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Best-fit agencies can shape the category early.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35CF11-B3F0-4099-BA4C-2441183B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right pilot partners are not looking for every enquiry. They want better conversations, cleaner process, and an edge in their core areas.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4A0115-07BD-46BB-B54E-66A18A46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495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E6E4F5-3EBF-466C-A6DA-0805203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806FB7-4055-4708-AB60-EFC9D0BC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67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Best-fit agency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3D2DA6-52F6-4631-81BD-56880F13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783B0B-5148-4A4C-87A0-D8016F25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Area focus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6A432F-731B-40D7-8BCF-19A0C37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86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clear suburb, city, or segment where lead quality matters.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9A937D-41F3-4986-BF13-2BD37CC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1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865623-54C3-4A8F-8AE5-9BFBDAA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Team rhythm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D1CCD0-B766-4416-A264-E9CF3C6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Agents willing to work from a readiness queue, not only a raw inbox.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7546A4-93C0-4CF0-8B6D-1965B80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0D5F4B-6D40-48C2-BCDA-3C18C6F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3A05D91-92ED-4104-971B-8226970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Regular notes on lead quality, hand-off timing, and objections.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1DB99C-BC55-4174-A44D-5A8059D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495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EA48472-4678-443A-BFD8-891483F2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F5486D-56E1-4C88-8D5F-99FE09AC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Pilot contract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A6E408-039C-457D-8C6D-2385BD3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4B08C7-B971-4594-B7B0-0AC64C4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 provides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F3FDC49-B2BF-487D-AC8E-711E2F77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Qualification flow, nurture automation, action dashboard, and pilot updates.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F731FF-2978-493F-AF94-65A2634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E0F15E-F5A1-4C3E-88C5-22038D0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Agency provides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4730B9-9C2B-485C-BCC7-A0B56FFB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Listings or campaigns, agent feedback, and sales follow-through.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99D1AC-CE7B-48C8-B14E-1ADC9D3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56DF25C-576A-4389-9538-8068DAD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Shared outcome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75CC68-9D07-4BA2-9115-43549C59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repeatable buyer-readiness standard before broader rollout.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2139234-6738-4279-8C2F-CC94F74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7D1EF8-EA08-4E69-8741-FA9A017F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717902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2937C-5020-4E5D-8576-81CB9887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73905-5823-4562-96CF-00AA1829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44C10-92F6-4969-999B-63420CE7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7BA7A-F4BB-4C59-B429-6553E84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3ABBD-A132-425B-ACFA-C8310942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5AC55-845E-4BA0-B8EE-CC1D87A6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F4482-7C27-4B47-8A0D-A050F5C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9E0D0-85D4-4E54-BE78-660B4D04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967FA-3D9A-4B5E-80EE-BB79069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17BC0-564C-46F5-9E5B-4A7574F7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74C8B-52C7-49C4-855D-6046095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D355F-54D0-46AA-959C-711E5F02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8892A-CAA2-4916-BD93-5F51A333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407FC-4FAE-4DFF-B2EA-569F960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64330-AC7D-4864-AC39-1E3DE8DD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ABAA9-2CA1-450D-A89D-7F5D252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00342-1AD3-4599-9E7E-15272BBE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DDC15-BC39-4B9B-B2F5-02FCFD9A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B6A25-AD3D-45A4-B155-A82E9768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751141-F1CC-4671-83B1-AC7E56E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C097A-9EA9-430A-84A9-4586641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65426F-5DB2-4817-A767-47B72FA2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26EC3-184F-4969-B2F7-0789C11F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B338F8-A706-448A-8106-2D05C220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00782-ED3C-49A9-B774-B82766E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A08B41-750F-4F0B-AD53-E3137FD4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340AA-961E-4E1F-BDC8-695B4D3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83249F-E806-4BB1-8267-2320935B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F92510-77AA-4D84-9CD6-A8906A0A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B9EE5-8641-450F-924B-A1FDFB51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CA395-67E4-4DAC-9AEF-7B743D6E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9D3FD6-5CD1-43CE-ADE5-CCA990A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814EB-AFF5-4A8E-B3F5-77876F9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54B02F-7965-43CE-B1F3-82B72E6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F808BB-69E4-436A-A740-B91BD6DC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D57E46-653B-4B57-8B54-AAEE12E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1BCEE-2685-46B2-B581-00B4C35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5CB49-B6CA-475B-890F-24040D3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37D2BA-93F4-4794-9660-7BFB1125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D791D5-77DA-4D06-BF30-021D3838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95B462-019D-42FD-A1F9-6DD7C84A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CB040E-F677-4B2A-AC28-90F7751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C4708B-C19C-48C3-83EF-7426BC0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7DEFD3-474C-4422-8D24-5EEA856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B87EFC-F7C2-4534-90DB-4697B0B1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4D3B36-A303-442D-92E6-0E65899F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B3C308-AC0C-41B7-9B18-6C2354F9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E11735-850D-491B-9604-A9280A5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0CA8A72-C248-45FB-8285-0B64FB4B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AAA84D5-D0C7-4402-A8BB-D5BA15A5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A27AAD-010C-425B-8DA1-A589B60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Let HeyMies do the chasing. Let agents do the closing.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A3A5A1-F7B2-4A91-A7A3-4D74770C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 practical next step is a short pilot workshop: pick an area, agree the readiness fields, and define the hand-off threshold.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2D3159-03F6-471E-9C0C-882AE84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38250"/>
            <a:ext cx="3257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26F5F2-D2DE-49CE-A37E-B68F2406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Workshop agenda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558C31-6E7C-456B-80E6-D4CB482C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595EE6-B56B-4CDA-8E4D-5A9CB9CF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365D0B-F917-4753-96F8-C0A8DA8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target suburbs and listing sources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C8F53C-4840-49D4-8CB6-D5A6B660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ED67D9-E5CC-4D9B-BC7F-4E8D3762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3BAA48-A1B9-4C59-A094-B9145FA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Define readiness fields and lead stages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1FAAF6-EF0C-4855-A461-8C11C364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151754-B554-465B-ABEB-E8E72F59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242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A2E118-9416-4F39-A0C3-271B70CD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Agree agent hand-off rules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7E7FFF7-17F5-4D01-8B5A-3E5FF62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81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BCA36A-5D7A-4046-BD19-5453C90F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0045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3784AC-A5DC-4C59-8C6E-CFC5DDE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Set pilot review rhythm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A908A3-F2B8-4CA1-9B34-B8CB60E3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DD2425-622B-4C27-B127-B8C89EF2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Start the pilot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79427F-6703-44B0-A5CC-52EA2A3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HeyMies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7874F1-AEF9-437F-BB9F-F0B1004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96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Smart. Simple. Sorted.</a:t>
            </a:r>
          </a:p>
        </p:txBody>
      </p:sp>
    </p:spTree>
    <p:extLst>
      <p:ext uri="{BB962C8B-B14F-4D97-AF65-F5344CB8AC3E}">
        <p14:creationId xmlns:p14="http://schemas.microsoft.com/office/powerpoint/2010/main" val="1587053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2026-05-24T11:54:25.5080000Z</dcterms:created>
  <dcterms:modified xsi:type="dcterms:W3CDTF">2026-05-24T11:54:25.5080000Z</dcterms:modified>
</coreProperties>
</file>